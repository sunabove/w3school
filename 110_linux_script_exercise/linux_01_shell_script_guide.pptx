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Shell Script 문법과 예제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Bash 중심의 기초 문법 · 파일 처리 · 자동화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쉘 스크립트 기본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#!/bin/bash : Bash로 실행하도록 지정</a:t>
            </a:r>
          </a:p>
          <a:p>
            <a:pPr>
              <a:spcAft>
                <a:spcPts val="1000"/>
              </a:spcAft>
              <a:defRPr sz="2200"/>
            </a:pPr>
            <a:r>
              <a:t>chmod +x script.sh : 실행 권한 부여</a:t>
            </a:r>
          </a:p>
          <a:p>
            <a:pPr>
              <a:spcAft>
                <a:spcPts val="1000"/>
              </a:spcAft>
              <a:defRPr sz="2200"/>
            </a:pPr>
            <a:r>
              <a:t>./script.sh 또는 bash script.sh : 실행</a:t>
            </a:r>
          </a:p>
          <a:p>
            <a:pPr>
              <a:spcAft>
                <a:spcPts val="1000"/>
              </a:spcAft>
              <a:defRPr sz="2200"/>
            </a:pPr>
            <a:r>
              <a:t># : 주석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#!/bin/bash</a:t>
            </a:r>
          </a:p>
          <a:p>
            <a:r>
              <a:t>echo "Hello, Linux!"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변수와 문자열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변수 대입: name="Linux"</a:t>
            </a:r>
          </a:p>
          <a:p>
            <a:pPr>
              <a:spcAft>
                <a:spcPts val="1000"/>
              </a:spcAft>
              <a:defRPr sz="2200"/>
            </a:pPr>
            <a:r>
              <a:t>변수 참조: $name, ${name}</a:t>
            </a:r>
          </a:p>
          <a:p>
            <a:pPr>
              <a:spcAft>
                <a:spcPts val="1000"/>
              </a:spcAft>
              <a:defRPr sz="2200"/>
            </a:pPr>
            <a:r>
              <a:t>대입문 = 앞뒤에는 공백을 넣지 않음</a:t>
            </a:r>
          </a:p>
          <a:p>
            <a:pPr>
              <a:spcAft>
                <a:spcPts val="1000"/>
              </a:spcAft>
              <a:defRPr sz="2200"/>
            </a:pPr>
            <a:r>
              <a:t>변수는 큰따옴표로 감싸는 습관이 중요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name="Linux"</a:t>
            </a:r>
          </a:p>
          <a:p>
            <a:r>
              <a:t>echo "OS: ${name}"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사용자 입력과 명령어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read : 사용자 입력 받기</a:t>
            </a:r>
          </a:p>
          <a:p>
            <a:pPr>
              <a:spcAft>
                <a:spcPts val="1000"/>
              </a:spcAft>
              <a:defRPr sz="2200"/>
            </a:pPr>
            <a:r>
              <a:t>$(command) : 명령어 실행 결과를 변수에 저장</a:t>
            </a:r>
          </a:p>
          <a:p>
            <a:pPr>
              <a:spcAft>
                <a:spcPts val="1000"/>
              </a:spcAft>
              <a:defRPr sz="2200"/>
            </a:pPr>
            <a:r>
              <a:t>서버 정보나 날짜를 자동으로 처리할 때 자주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read -p "이름: " name</a:t>
            </a:r>
          </a:p>
          <a:p>
            <a:r>
              <a:t>hostname=$(hostname)</a:t>
            </a:r>
          </a:p>
          <a:p>
            <a:r>
              <a:t>echo "$name @ $hostname"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산술 연산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$(( )) : 정수 계산</a:t>
            </a:r>
          </a:p>
          <a:p>
            <a:pPr>
              <a:spcAft>
                <a:spcPts val="1000"/>
              </a:spcAft>
              <a:defRPr sz="2200"/>
            </a:pPr>
            <a:r>
              <a:t>+, -, *, /, % 등의 연산 지원</a:t>
            </a:r>
          </a:p>
          <a:p>
            <a:pPr>
              <a:spcAft>
                <a:spcPts val="1000"/>
              </a:spcAft>
              <a:defRPr sz="2200"/>
            </a:pPr>
            <a:r>
              <a:t>쉘의 기본 산술은 정수 중심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a=10</a:t>
            </a:r>
          </a:p>
          <a:p>
            <a:r>
              <a:t>b=3</a:t>
            </a:r>
          </a:p>
          <a:p>
            <a:r>
              <a:t>echo $((a + b))</a:t>
            </a:r>
          </a:p>
          <a:p>
            <a:r>
              <a:t>echo $((a * b))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조건문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if / elif / else / fi 구조</a:t>
            </a:r>
          </a:p>
          <a:p>
            <a:pPr>
              <a:spcAft>
                <a:spcPts val="1000"/>
              </a:spcAft>
              <a:defRPr sz="2200"/>
            </a:pPr>
            <a:r>
              <a:t>숫자 비교: -eq, -ne, -gt, -ge, -lt, -le</a:t>
            </a:r>
          </a:p>
          <a:p>
            <a:pPr>
              <a:spcAft>
                <a:spcPts val="1000"/>
              </a:spcAft>
              <a:defRPr sz="2200"/>
            </a:pPr>
            <a:r>
              <a:t>문자열 비교: =, !=</a:t>
            </a:r>
          </a:p>
          <a:p>
            <a:pPr>
              <a:spcAft>
                <a:spcPts val="1000"/>
              </a:spcAft>
              <a:defRPr sz="2200"/>
            </a:pPr>
            <a:r>
              <a:t>Bash에서는 [[ ]] 사용도 편리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if [[ "$age" -ge 18 ]]; then</a:t>
            </a:r>
          </a:p>
          <a:p>
            <a:r>
              <a:t>    echo "성인"</a:t>
            </a:r>
          </a:p>
          <a:p>
            <a:r>
              <a:t>else</a:t>
            </a:r>
          </a:p>
          <a:p>
            <a:r>
              <a:t>    echo "미성년자"</a:t>
            </a:r>
          </a:p>
          <a:p>
            <a:r>
              <a:t>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파일·디렉터리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-f : 일반 파일인지 확인</a:t>
            </a:r>
          </a:p>
          <a:p>
            <a:pPr>
              <a:spcAft>
                <a:spcPts val="1000"/>
              </a:spcAft>
              <a:defRPr sz="2200"/>
            </a:pPr>
            <a:r>
              <a:t>-d : 디렉터리인지 확인</a:t>
            </a:r>
          </a:p>
          <a:p>
            <a:pPr>
              <a:spcAft>
                <a:spcPts val="1000"/>
              </a:spcAft>
              <a:defRPr sz="2200"/>
            </a:pPr>
            <a:r>
              <a:t>-e : 존재 여부 확인</a:t>
            </a:r>
          </a:p>
          <a:p>
            <a:pPr>
              <a:spcAft>
                <a:spcPts val="1000"/>
              </a:spcAft>
              <a:defRPr sz="2200"/>
            </a:pPr>
            <a:r>
              <a:t>-r / -w / -x : 읽기 / 쓰기 / 실행 권한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if [ -f "$file" ]; then</a:t>
            </a:r>
          </a:p>
          <a:p>
            <a:r>
              <a:t>    echo "파일 존재"</a:t>
            </a:r>
          </a:p>
          <a:p>
            <a:r>
              <a:t>fi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case 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여러 선택지를 분기할 때 사용</a:t>
            </a:r>
          </a:p>
          <a:p>
            <a:pPr>
              <a:spcAft>
                <a:spcPts val="1000"/>
              </a:spcAft>
              <a:defRPr sz="2200"/>
            </a:pPr>
            <a:r>
              <a:t>start / stop / restart 같은 명령 처리에 적합</a:t>
            </a:r>
          </a:p>
          <a:p>
            <a:pPr>
              <a:spcAft>
                <a:spcPts val="1000"/>
              </a:spcAft>
              <a:defRPr sz="2200"/>
            </a:pPr>
            <a:r>
              <a:t>* : 나머지 모든 경우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case "$1" in</a:t>
            </a:r>
          </a:p>
          <a:p>
            <a:r>
              <a:t>  start) echo "시작" ;;</a:t>
            </a:r>
          </a:p>
          <a:p>
            <a:r>
              <a:t>  stop) echo "중지" ;;</a:t>
            </a:r>
          </a:p>
          <a:p>
            <a:r>
              <a:t>  *) echo "사용법" ;;</a:t>
            </a:r>
          </a:p>
          <a:p>
            <a:r>
              <a:t>esac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반복문 for /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for : 목록이나 파일을 반복 처리</a:t>
            </a:r>
          </a:p>
          <a:p>
            <a:pPr>
              <a:spcAft>
                <a:spcPts val="1000"/>
              </a:spcAft>
              <a:defRPr sz="2200"/>
            </a:pPr>
            <a:r>
              <a:t>while : 조건이 참인 동안 반복</a:t>
            </a:r>
          </a:p>
          <a:p>
            <a:pPr>
              <a:spcAft>
                <a:spcPts val="1000"/>
              </a:spcAft>
              <a:defRPr sz="2200"/>
            </a:pPr>
            <a:r>
              <a:t>파일 자동 처리와 서버 관리에 매우 자주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for file in *.log; do</a:t>
            </a:r>
          </a:p>
          <a:p>
            <a:r>
              <a:t>    echo "$file"</a:t>
            </a:r>
          </a:p>
          <a:p>
            <a:r>
              <a:t>done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함수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반복되는 작업을 함수로 묶어 재사용</a:t>
            </a:r>
          </a:p>
          <a:p>
            <a:pPr>
              <a:spcAft>
                <a:spcPts val="1000"/>
              </a:spcAft>
              <a:defRPr sz="2200"/>
            </a:pPr>
            <a:r>
              <a:t>$1, $2 등으로 함수 인자를 전달</a:t>
            </a:r>
          </a:p>
          <a:p>
            <a:pPr>
              <a:spcAft>
                <a:spcPts val="1000"/>
              </a:spcAft>
              <a:defRPr sz="2200"/>
            </a:pPr>
            <a:r>
              <a:t>return 0 : 성공, 0이 아닌 값 :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hello() {</a:t>
            </a:r>
          </a:p>
          <a:p>
            <a:r>
              <a:t>    echo "Hello $1"</a:t>
            </a:r>
          </a:p>
          <a:p>
            <a:r>
              <a:t>}</a:t>
            </a:r>
          </a:p>
          <a:p>
            <a:r>
              <a:t>hello "Linux"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명령행 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$0 : 스크립트 이름</a:t>
            </a:r>
          </a:p>
          <a:p>
            <a:pPr>
              <a:spcAft>
                <a:spcPts val="1000"/>
              </a:spcAft>
              <a:defRPr sz="2200"/>
            </a:pPr>
            <a:r>
              <a:t>$1, $2 : 첫 번째, 두 번째 인자</a:t>
            </a:r>
          </a:p>
          <a:p>
            <a:pPr>
              <a:spcAft>
                <a:spcPts val="1000"/>
              </a:spcAft>
              <a:defRPr sz="2200"/>
            </a:pPr>
            <a:r>
              <a:t>$# : 인자 개수</a:t>
            </a:r>
          </a:p>
          <a:p>
            <a:pPr>
              <a:spcAft>
                <a:spcPts val="1000"/>
              </a:spcAft>
              <a:defRPr sz="2200"/>
            </a:pPr>
            <a:r>
              <a:t>$@ : 모든 인자</a:t>
            </a:r>
          </a:p>
          <a:p>
            <a:pPr>
              <a:spcAft>
                <a:spcPts val="1000"/>
              </a:spcAft>
              <a:defRPr sz="2200"/>
            </a:pPr>
            <a:r>
              <a:t>$? : 직전 명령의 종료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./test.sh hello 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리다이렉션과 파이프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&gt; : 파일 덮어쓰기</a:t>
            </a:r>
          </a:p>
          <a:p>
            <a:pPr>
              <a:spcAft>
                <a:spcPts val="1000"/>
              </a:spcAft>
              <a:defRPr sz="2200"/>
            </a:pPr>
            <a:r>
              <a:t>&gt;&gt; : 파일 뒤에 추가</a:t>
            </a:r>
          </a:p>
          <a:p>
            <a:pPr>
              <a:spcAft>
                <a:spcPts val="1000"/>
              </a:spcAft>
              <a:defRPr sz="2200"/>
            </a:pPr>
            <a:r>
              <a:t>2&gt; : 표준 오류를 파일로 저장</a:t>
            </a:r>
          </a:p>
          <a:p>
            <a:pPr>
              <a:spcAft>
                <a:spcPts val="1000"/>
              </a:spcAft>
              <a:defRPr sz="2200"/>
            </a:pPr>
            <a:r>
              <a:t>| : 앞 명령의 출력을 다음 명령으로 전달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grep "ERROR" app.log | awk '{print $1}'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grep / awk / sed /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grep : 문자열 검색</a:t>
            </a:r>
          </a:p>
          <a:p>
            <a:pPr>
              <a:spcAft>
                <a:spcPts val="1000"/>
              </a:spcAft>
              <a:defRPr sz="2200"/>
            </a:pPr>
            <a:r>
              <a:t>awk : 컬럼·텍스트 데이터 처리</a:t>
            </a:r>
          </a:p>
          <a:p>
            <a:pPr>
              <a:spcAft>
                <a:spcPts val="1000"/>
              </a:spcAft>
              <a:defRPr sz="2200"/>
            </a:pPr>
            <a:r>
              <a:t>sed : 문자열 치환·텍스트 수정</a:t>
            </a:r>
          </a:p>
          <a:p>
            <a:pPr>
              <a:spcAft>
                <a:spcPts val="1000"/>
              </a:spcAft>
              <a:defRPr sz="2200"/>
            </a:pPr>
            <a:r>
              <a:t>find : 파일·디렉터리 검색</a:t>
            </a:r>
          </a:p>
          <a:p>
            <a:pPr>
              <a:spcAft>
                <a:spcPts val="1000"/>
              </a:spcAft>
              <a:defRPr sz="2200"/>
            </a:pPr>
            <a:r>
              <a:t>쉘 실무 자동화의 핵심 명령어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grep "ERROR" app.log</a:t>
            </a:r>
          </a:p>
          <a:p>
            <a:r>
              <a:t>awk '{print $2}' data.txt</a:t>
            </a:r>
          </a:p>
          <a:p>
            <a:r>
              <a:t>sed 's/http/https/g' config.txt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파일을 한 줄씩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while read 패턴으로 파일의 각 줄을 순차 처리</a:t>
            </a:r>
          </a:p>
          <a:p>
            <a:pPr>
              <a:spcAft>
                <a:spcPts val="1000"/>
              </a:spcAft>
              <a:defRPr sz="2200"/>
            </a:pPr>
            <a:r>
              <a:t>서버 목록, CSV 유사 텍스트, 로그 처리 등에 활용</a:t>
            </a:r>
          </a:p>
          <a:p>
            <a:pPr>
              <a:spcAft>
                <a:spcPts val="1000"/>
              </a:spcAft>
              <a:defRPr sz="2200"/>
            </a:pPr>
            <a:r>
              <a:t>IFS= read -r 사용으로 공백·백슬래시 처리 안정성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while IFS= read -r line; do</a:t>
            </a:r>
          </a:p>
          <a:p>
            <a:r>
              <a:t>    echo "$line"</a:t>
            </a:r>
          </a:p>
          <a:p>
            <a:r>
              <a:t>done &lt; input.txt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환경 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$HOME : 사용자 홈 디렉터리</a:t>
            </a:r>
          </a:p>
          <a:p>
            <a:pPr>
              <a:spcAft>
                <a:spcPts val="1000"/>
              </a:spcAft>
              <a:defRPr sz="2200"/>
            </a:pPr>
            <a:r>
              <a:t>$USER : 현재 사용자</a:t>
            </a:r>
          </a:p>
          <a:p>
            <a:pPr>
              <a:spcAft>
                <a:spcPts val="1000"/>
              </a:spcAft>
              <a:defRPr sz="2200"/>
            </a:pPr>
            <a:r>
              <a:t>$PATH : 실행 파일 검색 경로</a:t>
            </a:r>
          </a:p>
          <a:p>
            <a:pPr>
              <a:spcAft>
                <a:spcPts val="1000"/>
              </a:spcAft>
              <a:defRPr sz="2200"/>
            </a:pPr>
            <a:r>
              <a:t>$PWD : 현재 디렉터리</a:t>
            </a:r>
          </a:p>
          <a:p>
            <a:pPr>
              <a:spcAft>
                <a:spcPts val="1000"/>
              </a:spcAft>
              <a:defRPr sz="2200"/>
            </a:pPr>
            <a:r>
              <a:t>export : 자식 프로세스에도 전달할 환경 변수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export APP_HOME=/opt/myapp</a:t>
            </a:r>
          </a:p>
          <a:p>
            <a:r>
              <a:t>echo "$APP_HOME"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디버깅과 안전한 스크립트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bash -x script.sh : 실행 과정을 확인</a:t>
            </a:r>
          </a:p>
          <a:p>
            <a:pPr>
              <a:spcAft>
                <a:spcPts val="1000"/>
              </a:spcAft>
              <a:defRPr sz="2200"/>
            </a:pPr>
            <a:r>
              <a:t>set -e : 명령 실패 시 종료</a:t>
            </a:r>
          </a:p>
          <a:p>
            <a:pPr>
              <a:spcAft>
                <a:spcPts val="1000"/>
              </a:spcAft>
              <a:defRPr sz="2200"/>
            </a:pPr>
            <a:r>
              <a:t>set -u : 정의되지 않은 변수 사용 시 오류</a:t>
            </a:r>
          </a:p>
          <a:p>
            <a:pPr>
              <a:spcAft>
                <a:spcPts val="1000"/>
              </a:spcAft>
              <a:defRPr sz="2200"/>
            </a:pPr>
            <a:r>
              <a:t>set -o pipefail : 파이프라인 실패 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#!/bin/bash</a:t>
            </a:r>
          </a:p>
          <a:p>
            <a:r>
              <a:t>set -euo pipefail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실무 예제: 로그 압축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특정 디렉터리의 로그 파일을 자동으로 순회</a:t>
            </a:r>
          </a:p>
          <a:p>
            <a:pPr>
              <a:spcAft>
                <a:spcPts val="1000"/>
              </a:spcAft>
              <a:defRPr sz="2200"/>
            </a:pPr>
            <a:r>
              <a:t>파일인지 확인 후 gzip으로 압축</a:t>
            </a:r>
          </a:p>
          <a:p>
            <a:pPr>
              <a:spcAft>
                <a:spcPts val="1000"/>
              </a:spcAft>
              <a:defRPr sz="2200"/>
            </a:pPr>
            <a:r>
              <a:t>운영 서버의 반복 작업 자동화에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for file in /var/log/myapp/*.log; do</a:t>
            </a:r>
          </a:p>
          <a:p>
            <a:r>
              <a:t>  [ -f "$file" ] &amp;&amp; gzip "$file"</a:t>
            </a:r>
          </a:p>
          <a:p>
            <a:r>
              <a:t>done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실무 예제: 백업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날짜·시간을 파일명에 포함하면 백업 이력 관리가 편리</a:t>
            </a:r>
          </a:p>
          <a:p>
            <a:pPr>
              <a:spcAft>
                <a:spcPts val="1000"/>
              </a:spcAft>
              <a:defRPr sz="2200"/>
            </a:pPr>
            <a:r>
              <a:t>tar + gzip 조합으로 디렉터리 백업</a:t>
            </a:r>
          </a:p>
          <a:p>
            <a:pPr>
              <a:spcAft>
                <a:spcPts val="1000"/>
              </a:spcAft>
              <a:defRPr sz="2200"/>
            </a:pPr>
            <a:r>
              <a:t>실패 여부는 종료 코드로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DATE=$(date +%Y%m%d_%H%M%S)</a:t>
            </a:r>
          </a:p>
          <a:p>
            <a:r>
              <a:t>tar -czf "/backup/data_$DATE.tar.gz" /home/user/data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학습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① Linux 기본 명령어</a:t>
            </a:r>
          </a:p>
          <a:p>
            <a:pPr>
              <a:spcAft>
                <a:spcPts val="1000"/>
              </a:spcAft>
              <a:defRPr sz="2200"/>
            </a:pPr>
            <a:r>
              <a:t>② 변수 / 문자열 → ③ if / case → ④ for / while</a:t>
            </a:r>
          </a:p>
          <a:p>
            <a:pPr>
              <a:spcAft>
                <a:spcPts val="1000"/>
              </a:spcAft>
              <a:defRPr sz="2200"/>
            </a:pPr>
            <a:r>
              <a:t>⑤ 함수 / 명령행 인자 → ⑥ 파일 처리</a:t>
            </a:r>
          </a:p>
          <a:p>
            <a:pPr>
              <a:spcAft>
                <a:spcPts val="1000"/>
              </a:spcAft>
              <a:defRPr sz="2200"/>
            </a:pPr>
            <a:r>
              <a:t>⑦ grep / awk / sed / find → ⑧ 프로세스·로그 자동화</a:t>
            </a:r>
          </a:p>
          <a:p>
            <a:pPr>
              <a:spcAft>
                <a:spcPts val="1000"/>
              </a:spcAft>
              <a:defRPr sz="2200"/>
            </a:pPr>
            <a:r>
              <a:t>특히 grep + awk + sed + find + pipe를 집중 학습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핵심 문법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기본: echo, read / 변수: $var, ${var}</a:t>
            </a:r>
          </a:p>
          <a:p>
            <a:pPr>
              <a:spcAft>
                <a:spcPts val="1000"/>
              </a:spcAft>
              <a:defRPr sz="2200"/>
            </a:pPr>
            <a:r>
              <a:t>조건: if, case / 반복: for, while</a:t>
            </a:r>
          </a:p>
          <a:p>
            <a:pPr>
              <a:spcAft>
                <a:spcPts val="1000"/>
              </a:spcAft>
              <a:defRPr sz="2200"/>
            </a:pPr>
            <a:r>
              <a:t>함수: function() / 인자: $1, $2, $@</a:t>
            </a:r>
          </a:p>
          <a:p>
            <a:pPr>
              <a:spcAft>
                <a:spcPts val="1000"/>
              </a:spcAft>
              <a:defRPr sz="2200"/>
            </a:pPr>
            <a:r>
              <a:t>파일: -f, -d, -e / 텍스트: grep, awk, sed</a:t>
            </a:r>
          </a:p>
          <a:p>
            <a:pPr>
              <a:spcAft>
                <a:spcPts val="1000"/>
              </a:spcAft>
              <a:defRPr sz="2200"/>
            </a:pPr>
            <a:r>
              <a:t>연결: | / 리다이렉션: &gt;, &gt;&gt;, 2&gt;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