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1219200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29247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648200" y="6356354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356354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2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1" y="273054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2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2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13443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600204"/>
            <a:ext cx="111344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58034" y="635635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8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457189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457189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457189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457189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457189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1219200"/>
            <a:ext cx="7772400" cy="1470025"/>
          </a:xfrm>
        </p:spPr>
        <p:txBody>
          <a:bodyPr/>
          <a:lstStyle/>
          <a:p>
            <a:r>
              <a:rPr lang="en-US" dirty="0"/>
              <a:t>Linux Shell Script </a:t>
            </a:r>
            <a:r>
              <a:rPr lang="ko-KR" altLang="en-US" dirty="0" err="1"/>
              <a:t>문법과</a:t>
            </a:r>
            <a:r>
              <a:rPr lang="ko-KR" altLang="en-US" dirty="0"/>
              <a:t> </a:t>
            </a:r>
            <a:r>
              <a:rPr lang="ko-KR" altLang="en-US" dirty="0" err="1"/>
              <a:t>예제</a:t>
            </a:r>
            <a:endParaRPr lang="ko-KR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292476"/>
            <a:ext cx="6400800" cy="1752600"/>
          </a:xfrm>
        </p:spPr>
        <p:txBody>
          <a:bodyPr/>
          <a:lstStyle/>
          <a:p>
            <a:r>
              <a:rPr lang="en-US" altLang="ko-KR"/>
              <a:t>Bash </a:t>
            </a:r>
            <a:r>
              <a:rPr lang="ko-KR" altLang="en-US"/>
              <a:t>중심의 기초 문법 </a:t>
            </a:r>
            <a:r>
              <a:rPr lang="en-US" altLang="ko-KR"/>
              <a:t>· </a:t>
            </a:r>
            <a:r>
              <a:rPr lang="ko-KR" altLang="en-US"/>
              <a:t>파일 처리 </a:t>
            </a:r>
            <a:r>
              <a:rPr lang="en-US" altLang="ko-KR"/>
              <a:t>· </a:t>
            </a:r>
            <a:r>
              <a:rPr lang="ko-KR" altLang="en-US"/>
              <a:t>자동화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쉘 스크립트 기본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 dirty="0"/>
              <a:t>#!/bin/bash : </a:t>
            </a:r>
            <a:r>
              <a:rPr sz="2200" dirty="0" err="1"/>
              <a:t>Bash로</a:t>
            </a:r>
            <a:r>
              <a:rPr sz="2200" dirty="0"/>
              <a:t> </a:t>
            </a:r>
            <a:r>
              <a:rPr sz="2200" dirty="0" err="1"/>
              <a:t>실행하도록</a:t>
            </a:r>
            <a:r>
              <a:rPr sz="2200" dirty="0"/>
              <a:t> </a:t>
            </a:r>
            <a:r>
              <a:rPr sz="2200" dirty="0" err="1"/>
              <a:t>지정</a:t>
            </a:r>
            <a:endParaRPr sz="2200" dirty="0"/>
          </a:p>
          <a:p>
            <a:pPr>
              <a:spcAft>
                <a:spcPts val="1000"/>
              </a:spcAft>
              <a:defRPr sz="2200"/>
            </a:pPr>
            <a:r>
              <a:rPr sz="2200" dirty="0" err="1"/>
              <a:t>chmod</a:t>
            </a:r>
            <a:r>
              <a:rPr sz="2200" dirty="0"/>
              <a:t> +x script.sh : </a:t>
            </a:r>
            <a:r>
              <a:rPr sz="2200" dirty="0" err="1"/>
              <a:t>실행</a:t>
            </a:r>
            <a:r>
              <a:rPr sz="2200" dirty="0"/>
              <a:t> </a:t>
            </a:r>
            <a:r>
              <a:rPr sz="2200" dirty="0" err="1"/>
              <a:t>권한</a:t>
            </a:r>
            <a:r>
              <a:rPr sz="2200" dirty="0"/>
              <a:t> </a:t>
            </a:r>
            <a:r>
              <a:rPr sz="2200" dirty="0" err="1"/>
              <a:t>부여</a:t>
            </a:r>
            <a:endParaRPr sz="2200" dirty="0"/>
          </a:p>
          <a:p>
            <a:pPr>
              <a:spcAft>
                <a:spcPts val="1000"/>
              </a:spcAft>
              <a:defRPr sz="2200"/>
            </a:pPr>
            <a:r>
              <a:rPr sz="2200" dirty="0"/>
              <a:t>./script.sh </a:t>
            </a:r>
            <a:r>
              <a:rPr sz="2200" dirty="0" err="1"/>
              <a:t>또는</a:t>
            </a:r>
            <a:r>
              <a:rPr sz="2200" dirty="0"/>
              <a:t> bash script.sh : </a:t>
            </a:r>
            <a:r>
              <a:rPr sz="2200" dirty="0" err="1"/>
              <a:t>실행</a:t>
            </a:r>
            <a:endParaRPr sz="2200" dirty="0"/>
          </a:p>
          <a:p>
            <a:pPr>
              <a:spcAft>
                <a:spcPts val="1000"/>
              </a:spcAft>
              <a:defRPr sz="2200"/>
            </a:pPr>
            <a:r>
              <a:rPr sz="2200" dirty="0"/>
              <a:t># : </a:t>
            </a:r>
            <a:r>
              <a:rPr sz="2200" dirty="0" err="1"/>
              <a:t>주석</a:t>
            </a:r>
            <a:endParaRPr sz="220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1"/>
            <a:ext cx="204318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#!/bin/bash</a:t>
            </a:r>
          </a:p>
          <a:p>
            <a:r>
              <a:t>echo "Hello, Linux!"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변수와 문자열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변수 대입: name="Linux"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변수 참조: $name, ${name}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대입문 = 앞뒤에는 공백을 넣지 않음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변수는 큰따옴표로 감싸는 습관이 중요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1"/>
            <a:ext cx="204735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name="Linux"</a:t>
            </a:r>
          </a:p>
          <a:p>
            <a:r>
              <a:t>echo "OS: ${name}"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사용자 입력과 명령어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read : 사용자 입력 받기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$(command) : 명령어 실행 결과를 변수에 저장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서버 정보나 날짜를 자동으로 처리할 때 자주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289919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read -p "이름: " name</a:t>
            </a:r>
          </a:p>
          <a:p>
            <a:r>
              <a:t>hostname=$(hostname)</a:t>
            </a:r>
          </a:p>
          <a:p>
            <a:r>
              <a:t>echo "$name @ $hostname"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산술 연산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$(( )) : 정수 계산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+, -, *, /, % 등의 연산 지원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쉘의 기본 산술은 정수 중심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1"/>
            <a:ext cx="1547218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a=10</a:t>
            </a:r>
          </a:p>
          <a:p>
            <a:r>
              <a:t>b=3</a:t>
            </a:r>
          </a:p>
          <a:p>
            <a:r>
              <a:t>echo $((a + b))</a:t>
            </a:r>
          </a:p>
          <a:p>
            <a:r>
              <a:t>echo $((a * b))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조건문 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if / elif / else / fi 구조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숫자 비교: -eq, -ne, -gt, -ge, -lt, -le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문자열 비교: =, !=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Bash에서는 [[ ]] 사용도 편리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3326552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if [[ "$age" -ge 18 ]]; then</a:t>
            </a:r>
          </a:p>
          <a:p>
            <a:r>
              <a:t>    echo "성인"</a:t>
            </a:r>
          </a:p>
          <a:p>
            <a:r>
              <a:t>else</a:t>
            </a:r>
          </a:p>
          <a:p>
            <a:r>
              <a:t>    echo "미성년자"</a:t>
            </a:r>
          </a:p>
          <a:p>
            <a:r>
              <a:t>fi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파일·디렉터리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-f : 일반 파일인지 확인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-d : 디렉터리인지 확인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-e : 존재 여부 확인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-r / -w / -x : 읽기 / 쓰기 / 실행 권한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2" y="4389120"/>
            <a:ext cx="2765501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if [ -f "$file" ]; then</a:t>
            </a:r>
          </a:p>
          <a:p>
            <a:r>
              <a:t>    echo "파일 존재"</a:t>
            </a:r>
          </a:p>
          <a:p>
            <a:r>
              <a:t>fi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case 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여러 선택지를 분기할 때 사용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start / stop / restart 같은 명령 처리에 적합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* : 나머지 모든 경우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0"/>
            <a:ext cx="2178225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case "$1" in</a:t>
            </a:r>
          </a:p>
          <a:p>
            <a:r>
              <a:t>  start) echo "시작" ;;</a:t>
            </a:r>
          </a:p>
          <a:p>
            <a:r>
              <a:t>  stop) echo "중지" ;;</a:t>
            </a:r>
          </a:p>
          <a:p>
            <a:r>
              <a:t>  *) echo "사용법" ;;</a:t>
            </a:r>
          </a:p>
          <a:p>
            <a:r>
              <a:t>esac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반복문 for / 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for : 목록이나 파일을 반복 처리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while : 조건이 참인 동안 반복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파일 자동 처리와 서버 관리에 매우 자주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2541080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for file in *.log; do</a:t>
            </a:r>
          </a:p>
          <a:p>
            <a:r>
              <a:t>    echo "$file"</a:t>
            </a:r>
          </a:p>
          <a:p>
            <a:r>
              <a:t>done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반복되는 작업을 함수로 묶어 재사용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$1, $2 등으로 함수 인자를 전달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return 0 : 성공, 0이 아닌 값 :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1"/>
            <a:ext cx="1866217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hello() {</a:t>
            </a:r>
          </a:p>
          <a:p>
            <a:r>
              <a:t>    echo "Hello $1"</a:t>
            </a:r>
          </a:p>
          <a:p>
            <a:r>
              <a:t>}</a:t>
            </a:r>
          </a:p>
          <a:p>
            <a:r>
              <a:t>hello "Linux"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명령행 인자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$0 : 스크립트 이름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$1, $2 : 첫 번째, 두 번째 인자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$# : 인자 개수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$@ : 모든 인자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$? : 직전 명령의 종료 코드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2"/>
            <a:ext cx="254108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./test.sh hello 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리다이렉션과 파이프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&gt; : 파일 덮어쓰기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&gt;&gt; : 파일 뒤에 추가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2&gt; : 표준 오류를 파일로 저장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| : 앞 명령의 출력을 다음 명령으로 전달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2"/>
            <a:ext cx="456086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grep "ERROR" app.log | awk '{print $1}'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grep / awk / sed / find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grep : 문자열 검색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awk : 컬럼·텍스트 데이터 처리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sed : 문자열 치환·텍스트 수정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find : 파일·디렉터리 검색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쉘 실무 자동화의 핵심 명령어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2934458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grep "ERROR" app.log</a:t>
            </a:r>
          </a:p>
          <a:p>
            <a:r>
              <a:t>awk '{print $2}' data.txt</a:t>
            </a:r>
          </a:p>
          <a:p>
            <a:r>
              <a:t>sed 's/http/https/g' config.txt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파일을 한 줄씩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while read 패턴으로 파일의 각 줄을 순차 처리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서버 목록, CSV 유사 텍스트, 로그 처리 등에 활용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IFS= read -r 사용으로 공백·백슬래시 처리 안정성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0"/>
            <a:ext cx="3214341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while IFS= read -r line; do</a:t>
            </a:r>
          </a:p>
          <a:p>
            <a:r>
              <a:t>    echo "$line"</a:t>
            </a:r>
          </a:p>
          <a:p>
            <a:r>
              <a:t>done &lt; input.txt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환경 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$HOME : 사용자 홈 디렉터리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$USER : 현재 사용자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$PATH : 실행 파일 검색 경로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$PWD : 현재 디렉터리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export : 자식 프로세스에도 전달할 환경 변수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1"/>
            <a:ext cx="3102131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export APP_HOME=/opt/myapp</a:t>
            </a:r>
          </a:p>
          <a:p>
            <a:r>
              <a:t>echo "$APP_HOME"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디버깅과 안전한 스크립트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bash -x script.sh : 실행 과정을 확인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set -e : 명령 실패 시 종료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set -u : 정의되지 않은 변수 사용 시 오류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set -o pipefail : 파이프라인 실패 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1"/>
            <a:ext cx="169334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#!/bin/bash</a:t>
            </a:r>
          </a:p>
          <a:p>
            <a:r>
              <a:t>set -euo pipefail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실무 예제: 로그 압축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특정 디렉터리의 로그 파일을 자동으로 순회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파일인지 확인 후 gzip으로 압축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운영 서버의 반복 작업 자동화에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1" y="4389120"/>
            <a:ext cx="4224233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for file in /var/log/myapp/*.log; do</a:t>
            </a:r>
          </a:p>
          <a:p>
            <a:r>
              <a:t>  [ -f "$file" ] &amp;&amp; gzip "$file"</a:t>
            </a:r>
          </a:p>
          <a:p>
            <a:r>
              <a:t>done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실무 예제: 백업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날짜·시간을 파일명에 포함하면 백업 이력 관리가 편리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tar + gzip 조합으로 디렉터리 백업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실패 여부는 종료 코드로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1"/>
            <a:ext cx="529407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nsolas"/>
              </a:defRPr>
            </a:pPr>
            <a:r>
              <a:rPr sz="1600"/>
              <a:t>DATE=$(date +%Y%m%d_%H%M%S)</a:t>
            </a:r>
          </a:p>
          <a:p>
            <a:r>
              <a:t>tar -czf "/backup/data_$DATE.tar.gz" /home/user/data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학습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① Linux 기본 명령어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② 변수 / 문자열 → ③ if / case → ④ for / while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⑤ 함수 / 명령행 인자 → ⑥ 파일 처리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⑦ grep / awk / sed / find → ⑧ 프로세스·로그 자동화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특히 grep + awk + sed + find + pipe를 집중 학습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핵심 문법 한눈에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1"/>
            <a:ext cx="1088136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sz="2200"/>
              <a:t>기본: echo, read / 변수: $var, ${var}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조건: if, case / 반복: for, while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함수: function() / 인자: $1, $2, $@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파일: -f, -d, -e / 텍스트: grep, awk, sed</a:t>
            </a:r>
          </a:p>
          <a:p>
            <a:pPr>
              <a:spcAft>
                <a:spcPts val="1000"/>
              </a:spcAft>
              <a:defRPr sz="2200"/>
            </a:pPr>
            <a:r>
              <a:rPr sz="2200"/>
              <a:t>연결: | / 리다이렉션: &gt;, &gt;&gt;, 2&gt;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995</Words>
  <Application>Microsoft Office PowerPoint</Application>
  <PresentationFormat>Widescreen</PresentationFormat>
  <Paragraphs>142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Linux Shell Script 문법과 예제</vt:lpstr>
      <vt:lpstr>1. 쉘 스크립트 기본 구조</vt:lpstr>
      <vt:lpstr>2. 변수와 문자열</vt:lpstr>
      <vt:lpstr>3. 사용자 입력과 명령어 결과</vt:lpstr>
      <vt:lpstr>4. 산술 연산</vt:lpstr>
      <vt:lpstr>5. 조건문 if</vt:lpstr>
      <vt:lpstr>6. 파일·디렉터리 검사</vt:lpstr>
      <vt:lpstr>7. case 문</vt:lpstr>
      <vt:lpstr>8. 반복문 for / while</vt:lpstr>
      <vt:lpstr>9. 함수</vt:lpstr>
      <vt:lpstr>10. 명령행 인자</vt:lpstr>
      <vt:lpstr>11. 리다이렉션과 파이프</vt:lpstr>
      <vt:lpstr>12. grep / awk / sed / find</vt:lpstr>
      <vt:lpstr>13. 파일을 한 줄씩 읽기</vt:lpstr>
      <vt:lpstr>14. 환경 변수</vt:lpstr>
      <vt:lpstr>15. 디버깅과 안전한 스크립트</vt:lpstr>
      <vt:lpstr>16. 실무 예제: 로그 압축</vt:lpstr>
      <vt:lpstr>17. 실무 예제: 백업</vt:lpstr>
      <vt:lpstr>18. 학습 로드맵</vt:lpstr>
      <vt:lpstr>19. 핵심 문법 한눈에 보기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above sun</cp:lastModifiedBy>
  <cp:revision>2</cp:revision>
  <dcterms:created xsi:type="dcterms:W3CDTF">2013-01-27T09:14:16Z</dcterms:created>
  <dcterms:modified xsi:type="dcterms:W3CDTF">2026-09-29T01:44:01Z</dcterms:modified>
  <cp:category/>
</cp:coreProperties>
</file>